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1" r:id="rId12"/>
    <p:sldId id="265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DCC</a:t>
            </a:r>
            <a:r>
              <a:rPr kumimoji="1" lang="zh-CN" altLang="en-US"/>
              <a:t>软件设计哲学概览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/>
              <a:t>Maya Max Houdini C4D Blender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Maya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设计哲学和数据组织方式：高效数据库和操作接口</a:t>
            </a:r>
            <a:r>
              <a:rPr lang="en-US" altLang="zh-CN">
                <a:sym typeface="+mn-ea"/>
              </a:rPr>
              <a:t>Maya Open API</a:t>
            </a:r>
            <a:endParaRPr lang="zh-CN" altLang="en-US"/>
          </a:p>
          <a:p>
            <a:r>
              <a:rPr lang="zh-CN" altLang="en-US"/>
              <a:t>模块化：模型 动画 特效等</a:t>
            </a:r>
            <a:endParaRPr lang="zh-CN" altLang="en-US"/>
          </a:p>
          <a:p>
            <a:r>
              <a:rPr lang="zh-CN" altLang="en-US"/>
              <a:t>界面和操作脚本化，界面的交互模式成为电影生产标准，</a:t>
            </a:r>
            <a:r>
              <a:rPr lang="en-US" altLang="zh-CN"/>
              <a:t>Mel</a:t>
            </a:r>
            <a:endParaRPr lang="zh-CN" altLang="en-US"/>
          </a:p>
          <a:p>
            <a:r>
              <a:rPr lang="zh-CN" altLang="en-US"/>
              <a:t>因为以上形式，</a:t>
            </a:r>
            <a:r>
              <a:rPr lang="en-US" altLang="zh-CN"/>
              <a:t>Maya</a:t>
            </a:r>
            <a:r>
              <a:rPr lang="zh-CN" altLang="en-US"/>
              <a:t>特别容易扩展：脚本扩展和插件扩展，非常容易自定义流程和开发项目流程，新的扩展调用形式和</a:t>
            </a:r>
            <a:r>
              <a:rPr lang="en-US" altLang="zh-CN"/>
              <a:t>Maya</a:t>
            </a:r>
            <a:r>
              <a:rPr lang="zh-CN" altLang="en-US"/>
              <a:t>一致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upload_3198325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91" y="5696"/>
            <a:ext cx="11289648" cy="6744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Maya API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https://help.autodesk.com/view/MAYAUL/2022/ENU/?guid</a:t>
            </a:r>
            <a:r>
              <a:rPr lang="zh-CN" altLang="en-US"/>
              <a:t>=</a:t>
            </a:r>
            <a:r>
              <a:rPr lang="en-US" altLang="zh-CN"/>
              <a:t>Maya_SDK_cpp_ref_group_open_maya_anim_html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PxNode</a:t>
            </a:r>
            <a:endParaRPr lang="en-US" altLang="zh-CN"/>
          </a:p>
          <a:p>
            <a:r>
              <a:rPr lang="en-US" altLang="zh-CN"/>
              <a:t>MFn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Houdini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设计哲学：</a:t>
            </a:r>
            <a:r>
              <a:rPr lang="en-US" altLang="zh-CN"/>
              <a:t>Unix</a:t>
            </a:r>
            <a:r>
              <a:rPr lang="zh-CN" altLang="en-US"/>
              <a:t>+</a:t>
            </a:r>
            <a:r>
              <a:rPr lang="en-US" altLang="zh-CN"/>
              <a:t>shell</a:t>
            </a:r>
            <a:r>
              <a:rPr lang="zh-CN" altLang="en-US"/>
              <a:t>，</a:t>
            </a:r>
            <a:r>
              <a:rPr lang="en-US" altLang="zh-CN"/>
              <a:t>Pipe</a:t>
            </a:r>
            <a:r>
              <a:rPr lang="zh-CN" altLang="en-US"/>
              <a:t>+正则表达式+</a:t>
            </a:r>
            <a:r>
              <a:rPr lang="en-US" altLang="zh-CN"/>
              <a:t>vex</a:t>
            </a:r>
            <a:r>
              <a:rPr lang="zh-CN" altLang="en-US"/>
              <a:t>，节点即工具</a:t>
            </a:r>
            <a:r>
              <a:rPr lang="en-US" altLang="zh-CN"/>
              <a:t>, </a:t>
            </a:r>
            <a:r>
              <a:rPr lang="zh-CN" altLang="en-US"/>
              <a:t>数据一般不在</a:t>
            </a:r>
            <a:r>
              <a:rPr lang="en-US" altLang="zh-CN"/>
              <a:t>Houdini</a:t>
            </a:r>
            <a:r>
              <a:rPr lang="zh-CN" altLang="en-US"/>
              <a:t>中，而是在</a:t>
            </a:r>
            <a:r>
              <a:rPr lang="en-US" altLang="zh-CN"/>
              <a:t>Houdini</a:t>
            </a:r>
            <a:r>
              <a:rPr lang="zh-CN" altLang="en-US"/>
              <a:t>外部（参数设置除外）</a:t>
            </a:r>
            <a:endParaRPr lang="en-US" altLang="zh-CN"/>
          </a:p>
          <a:p>
            <a:r>
              <a:rPr lang="zh-CN" altLang="en-US"/>
              <a:t>数据：</a:t>
            </a:r>
            <a:r>
              <a:rPr lang="en-US" altLang="zh-CN"/>
              <a:t>/</a:t>
            </a:r>
            <a:r>
              <a:rPr lang="zh-CN" altLang="en-US"/>
              <a:t>路径</a:t>
            </a:r>
            <a:r>
              <a:rPr lang="en-US" altLang="zh-CN"/>
              <a:t>/.../Primitive</a:t>
            </a:r>
            <a:r>
              <a:rPr lang="zh-CN" altLang="en-US"/>
              <a:t>（数据、参数）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https://www.sidefx.com/docs/hdk/index.html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C4D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设计哲学：超级稳定和模块化，标签+</a:t>
            </a:r>
            <a:r>
              <a:rPr lang="en-US" altLang="zh-CN"/>
              <a:t>xpresso</a:t>
            </a:r>
            <a:r>
              <a:rPr lang="zh-CN" altLang="en-US"/>
              <a:t>，现在大量的节点化</a:t>
            </a:r>
            <a:endParaRPr lang="en-US" altLang="zh-CN"/>
          </a:p>
          <a:p>
            <a:r>
              <a:rPr lang="en-US" altLang="zh-CN"/>
              <a:t>https://help.maxon.net/c4d/en</a:t>
            </a:r>
            <a:r>
              <a:rPr lang="zh-CN" altLang="en-US"/>
              <a:t>-</a:t>
            </a:r>
            <a:r>
              <a:rPr lang="en-US" altLang="zh-CN"/>
              <a:t>us/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Blender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设计哲学：小而全，模式+开放的文件格式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Modo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设计哲学：</a:t>
            </a:r>
            <a:r>
              <a:rPr lang="en-US" altLang="zh-CN"/>
              <a:t>Lightwave</a:t>
            </a:r>
            <a:r>
              <a:rPr lang="zh-CN" altLang="en-US"/>
              <a:t>的继承者，精确的尺寸细分建模和雕刻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Max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设计哲学和数据组织方式：堆栈+修改器，数据开放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其他的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https://3dcoat.com/</a:t>
            </a:r>
            <a:endParaRPr lang="en-US" altLang="zh-CN"/>
          </a:p>
          <a:p>
            <a:r>
              <a:rPr lang="en-US" altLang="zh-CN"/>
              <a:t>https://pixologic.com/</a:t>
            </a:r>
            <a:endParaRPr lang="en-US" altLang="zh-CN"/>
          </a:p>
          <a:p>
            <a:r>
              <a:rPr lang="en-US" altLang="zh-CN"/>
              <a:t>https://shade3d.jp/en/</a:t>
            </a:r>
            <a:endParaRPr lang="en-US" altLang="zh-CN"/>
          </a:p>
          <a:p>
            <a:r>
              <a:rPr lang="en-US" altLang="zh-CN"/>
              <a:t>http://www.wings3d.com/ </a:t>
            </a:r>
            <a:endParaRPr lang="en-US" altLang="zh-CN"/>
          </a:p>
          <a:p>
            <a:r>
              <a:rPr lang="en-US" altLang="zh-CN"/>
              <a:t>http://www.makehumancommunity.org/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没有一个中国开发的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CAD</a:t>
            </a:r>
            <a:r>
              <a:rPr lang="zh-CN" altLang="en-US"/>
              <a:t>领域里面有</a:t>
            </a:r>
            <a:endParaRPr lang="zh-CN" altLang="en-US"/>
          </a:p>
          <a:p>
            <a:r>
              <a:rPr lang="zh-CN" altLang="en-US"/>
              <a:t>游戏引擎有，没有开放的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WWO_openplatform_20210302211656-f47f7d1571</Application>
  <PresentationFormat>宽屏</PresentationFormat>
  <Paragraphs>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汉仪旗黑KW 55S</vt:lpstr>
      <vt:lpstr>等线</vt:lpstr>
      <vt:lpstr>汉仪中等线KW</vt:lpstr>
      <vt:lpstr>等线 Light</vt:lpstr>
      <vt:lpstr>宋体</vt:lpstr>
      <vt:lpstr>汉仪书宋二KW</vt:lpstr>
      <vt:lpstr>webwppDefTheme</vt:lpstr>
      <vt:lpstr>Office 主题​​</vt:lpstr>
      <vt:lpstr>DCC软件设计哲学概览</vt:lpstr>
      <vt:lpstr>Maya</vt:lpstr>
      <vt:lpstr>PowerPoint 演示文稿</vt:lpstr>
      <vt:lpstr>Maya API</vt:lpstr>
      <vt:lpstr>Houdini</vt:lpstr>
      <vt:lpstr>C4D</vt:lpstr>
      <vt:lpstr>Blender</vt:lpstr>
      <vt:lpstr>Modo</vt:lpstr>
      <vt:lpstr>Max</vt:lpstr>
      <vt:lpstr>其他的</vt:lpstr>
      <vt:lpstr>没有一个中国开发的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DCC软件设计哲学概览</dc:title>
  <dc:creator>严峻</dc:creator>
  <cp:lastModifiedBy>严峻</cp:lastModifiedBy>
  <dcterms:created xsi:type="dcterms:W3CDTF">2021-07-12T08:05:27Z</dcterms:created>
  <dcterms:modified xsi:type="dcterms:W3CDTF">2021-07-12T08:05:27Z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